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 one agreement number is the 40-item second risk rating (kappa 0.55 unweighted, 0.70 weighted); its independent human provenance is unverified (the owner attests a second person, the files identify no rater, and the 13 September review reports an AI-assistant task record with identical labels), so it is second-rating agreement and not a human check; there is none behind the in-repo golden set, and that remains the most attackable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the star-proxy figures (0.86 for the prompt, 0.83 and 0.84 for the production stage). New since August: the production stage was run on the corpus on both models, the generic prompt four times, and the production default is close to deterministic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shows that a respectable learned model has an observed gap of its own, so this is not only about a weak baseline. Say plainly, before she does, that the learned model's significant within-predictor test beside the contextual path's non-significant one does not rank the two predictors (Gelman and Stern, 2006): the eight-item stratum cannot carry a ranking, and the thesis reports the gaps descriptively and recommends per-stratum monitoring rather than a predictor.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pending RQ4 row and the once-measured agreement row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can change whose problems reach a human. On eight German-source signals whose label warrants escalation: floor none, learned model five, contextual path seven (descriptive; no predictor ranking).</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reference labels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were re-rendered in September from the deployed build; the screenshots are from the 16 July build, before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consequential action is a draft until a person approves it: the graph's approval node is a LangGraph interrupt, and no code path reaches an external effect without a recorded approval. Authority is graduated by consequence class, from draft to single approval to four-eyes.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62.5% against 95.1% across the two strata, a 32.6-point gap on eight German-source items; descriptive, no ranking.</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 (generic prompt)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same model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production default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Both learned methods beat the floor (p &lt; 0.0001). The contextual path beats the learned model on sentiment in all four runs (p = 0.019–0.029) and ties it on severity; the production stage is within three points on sentiment (p = 0.23) and one severity level below the seeds. The production rows compare configurations (model, batch size, run date), not the model alone.</a:t>
            </a:r>
            <a:endParaRPr lang="en-US" sz="10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demonstrable on severity, which lexical markers already carry. The production stage's severity shift is partly the seed labels' own calibration: a second rating, of unverified independent provenance, put seven of ten seed-critical items at high (kappa 0.55, weighted 0.70). The precondition can be met by more than one method; a deployer has a choice, not an instruction.</a:t>
            </a:r>
            <a:endParaRPr lang="en-US" sz="140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188 real public signals, paraphrased and de-identified; seed labels drafted by a language-model assistant, used as delivered. Sentiment is scored against the star rating, the one human-origin reference.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011680"/>
                <a:gridCol w="457200"/>
                <a:gridCol w="1280160"/>
                <a:gridCol w="1280160"/>
                <a:gridCol w="1097280"/>
                <a:gridCol w="9144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Production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On the eight German-source signals whose reference label warrants escalation: the floor escalates none, the learned model five, the contextual path seven. The learned model ties the contextual path on severity accuracy; its stratum recalls differ by 32.6 points, the contextual path's by 0.3, descriptive figures on eight items. One significant test beside a non-significant one does not compare the two gaps.</a:t>
            </a:r>
            <a:endParaRPr lang="en-US" sz="13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on 5 of 8 from 25% to 92%.</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Language is confounded with sector on this corpus.</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texts are English paraphrases, so the mechanism cannot be German-language processing; what differs is what German-language customers wrote about, and how.</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Fisher tests are within-predictor; no test on the difference between predictors' gaps has been run (Gelman and Stern, 2006).</a:t>
            </a:r>
            <a:endParaRPr lang="en-US" sz="110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 learned model escalates German-source signals at 50% against 81.8% English-source. Same direction as its observed 32.6-point gap on the thesis corpus; draft labels, descriptive in both cases.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vs 87.8, production 62.5 vs 53.7;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replicated on GLM-5.2, not on the production default; simulated outcomes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Second-rating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once, provenance unverified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kappa 0.55 (0.70 weighted), 40 risk items; independent human provenance unverified, so no human check; none on golden 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agreement number: kappa 0.55 on 40 risk items, human provenance unverified, so no human check; none on golden set.</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Urgency exemplar effect tested at n = 60, 80, 100 without alpha spending; same-item re-runs bound model noise and do not replace alpha control, so the claim is exploratory.</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human rating with recorded provenance on a new sample of the risk seeds, and a first one on the golden set, with rater role, dates and AI access recorded: the existing kappa's independent human provenance is unverified, and repeats on the same forty items would not be replication.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human rating with recorded provenance on a new sample (the existing kappa's independent human provenance is unverified),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shows an observed 32.6-point gap of its own on eight German-source signals, reported descriptively because within-predictor tests do not rank predictors.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deployed graph and tables.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2026-09-13T09:28:18Z</dcterms:created>
  <dcterms:modified xsi:type="dcterms:W3CDTF">2026-09-13T09:28:18Z</dcterms:modified>
</cp:coreProperties>
</file>